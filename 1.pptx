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5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7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4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7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7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1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7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1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8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1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19DBC-C2B3-404C-8B48-73972DFB2E6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F1ED9-E902-4632-AD4F-EA3A29D52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9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304" y="-1655064"/>
            <a:ext cx="12338304" cy="83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-1727603"/>
            <a:ext cx="12865608" cy="85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2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00200"/>
            <a:ext cx="12192000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2026-01-01T17:18:34Z</dcterms:created>
  <dcterms:modified xsi:type="dcterms:W3CDTF">2026-01-01T17:21:47Z</dcterms:modified>
</cp:coreProperties>
</file>